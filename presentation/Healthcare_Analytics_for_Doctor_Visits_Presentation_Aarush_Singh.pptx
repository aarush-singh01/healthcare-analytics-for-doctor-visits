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/>
        </p:nvSpPr>
        <p:spPr>
          <a:xfrm>
            <a:off x="6256167" y="4043975"/>
            <a:ext cx="3400089" cy="861497"/>
          </a:xfrm>
          <a:prstGeom prst="rect">
            <a:avLst/>
          </a:prstGeom>
        </p:spPr>
        <p:txBody>
          <a:bodyPr vert="horz" lIns="18288" tIns="18288" rIns="18288" bIns="18288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Aarush Singh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/>
        </p:nvSpPr>
        <p:spPr>
          <a:xfrm>
            <a:off x="6256167" y="1952529"/>
            <a:ext cx="4998720" cy="743448"/>
          </a:xfrm>
          <a:prstGeom prst="rect">
            <a:avLst/>
          </a:prstGeom>
        </p:spPr>
        <p:txBody>
          <a:bodyPr vert="horz" lIns="18288" tIns="18288" rIns="18288" bIns="18288" rtlCol="0" anchor="ctr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sz="2800" b="1" dirty="0">
                <a:solidFill>
                  <a:srgbClr val="184E77"/>
                </a:solidFill>
                <a:latin typeface="Aptos"/>
              </a:rPr>
              <a:t>HEALTHCARE ANALYTICS
FOR DOCTOR VISITS</a:t>
            </a:r>
            <a:endParaRPr lang="en-IN" sz="3200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344096" y="2695977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283C3A-72F9-3A02-708A-92EF2A52C1DA}"/>
              </a:ext>
            </a:extLst>
          </p:cNvPr>
          <p:cNvSpPr/>
          <p:nvPr/>
        </p:nvSpPr>
        <p:spPr>
          <a:xfrm>
            <a:off x="6256167" y="2913363"/>
            <a:ext cx="2519969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0" dirty="0">
                <a:solidFill>
                  <a:srgbClr val="58626C"/>
                </a:solidFill>
                <a:latin typeface="Aptos"/>
              </a:rPr>
              <a:t>Data Analytics Project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485" y="283791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12896" y="6471920"/>
            <a:ext cx="2143125" cy="193040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/>
        </p:nvSpPr>
        <p:spPr>
          <a:xfrm>
            <a:off x="554706" y="1624096"/>
            <a:ext cx="6431280" cy="3607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11CCD218-DDA6-7C32-15A4-D17445B93107}"/>
              </a:ext>
            </a:extLst>
          </p:cNvPr>
          <p:cNvSpPr txBox="1"/>
          <p:nvPr/>
        </p:nvSpPr>
        <p:spPr>
          <a:xfrm>
            <a:off x="393382" y="1073902"/>
            <a:ext cx="6400800" cy="471513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Healthcare utilization varies considerably across individuals. Understanding the factors associated with doctor visits can help reveal patterns in healthcare demand.</a:t>
            </a:r>
          </a:p>
          <a:p>
            <a:r>
              <a:rPr lang="en-US" sz="1600" b="1" dirty="0"/>
              <a:t>The Challenge</a:t>
            </a:r>
          </a:p>
          <a:p>
            <a:pPr lvl="0"/>
            <a:r>
              <a:rPr lang="en-US" sz="1600" dirty="0"/>
              <a:t>Healthcare data contains multiple demographic, socioeconomic and health-related variables. </a:t>
            </a:r>
          </a:p>
          <a:p>
            <a:pPr lvl="0"/>
            <a:r>
              <a:rPr lang="en-US" sz="1600" dirty="0"/>
              <a:t>Doctor visits are not evenly distributed across individuals. </a:t>
            </a:r>
          </a:p>
          <a:p>
            <a:pPr lvl="0"/>
            <a:r>
              <a:rPr lang="en-US" sz="1600" dirty="0"/>
              <a:t>Raw healthcare data can be difficult to interpret without systematic analysis. </a:t>
            </a:r>
          </a:p>
          <a:p>
            <a:pPr lvl="0"/>
            <a:r>
              <a:rPr lang="en-US" sz="1600" dirty="0"/>
              <a:t>Important relationships between health conditions and healthcare utilization may remain hidden. </a:t>
            </a:r>
          </a:p>
          <a:p>
            <a:r>
              <a:rPr lang="en-US" sz="1600" b="1" dirty="0"/>
              <a:t>Our Approach</a:t>
            </a:r>
          </a:p>
          <a:p>
            <a:r>
              <a:rPr lang="en-US" sz="1600" b="1" dirty="0"/>
              <a:t>Use Data Analytics to identify patterns and associations between doctor visits and:</a:t>
            </a:r>
            <a:endParaRPr lang="en-US" sz="1600" dirty="0"/>
          </a:p>
          <a:p>
            <a:r>
              <a:rPr lang="en-US" sz="1600" b="1" dirty="0"/>
              <a:t>Demographics → Health → Socioeconomic factors → Healthcare access → Chronic conditions</a:t>
            </a:r>
            <a:endParaRPr lang="en-US" sz="1600" dirty="0"/>
          </a:p>
          <a:p>
            <a:endParaRPr lang="en-US" sz="1600" b="1" dirty="0"/>
          </a:p>
          <a:p>
            <a:r>
              <a:rPr lang="en-US" sz="1600" b="1" dirty="0"/>
              <a:t>Goal:</a:t>
            </a:r>
            <a:r>
              <a:rPr lang="en-US" sz="1600" dirty="0"/>
              <a:t> Transform raw healthcare data into meaningful, interpretable insights about doctor-visit patterns.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49" y="193040"/>
            <a:ext cx="9127523" cy="653727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Project Description</a:t>
            </a:r>
            <a:br>
              <a:rPr lang="en-US" sz="1200" dirty="0"/>
            </a:br>
            <a:r>
              <a:rPr lang="en-US" sz="1200" dirty="0"/>
              <a:t>Healthcare Analytics for Doctor Visits is a data analytics project that examines a dataset of 5,190 observations and 13 variables related to doctor visits and individual health characteristics.</a:t>
            </a:r>
            <a:br>
              <a:rPr lang="en-US" sz="1200" dirty="0"/>
            </a:br>
            <a:r>
              <a:rPr lang="en-US" sz="1200" dirty="0"/>
              <a:t>What We Analyze</a:t>
            </a:r>
            <a:br>
              <a:rPr lang="en-US" sz="1200" dirty="0"/>
            </a:br>
            <a:r>
              <a:rPr lang="en-US" sz="1200" dirty="0"/>
              <a:t>Doctor Visits</a:t>
            </a:r>
            <a:br>
              <a:rPr lang="en-US" sz="1200" dirty="0"/>
            </a:br>
            <a:r>
              <a:rPr lang="en-US" sz="1200" dirty="0"/>
              <a:t>	Frequency and distribution of visits </a:t>
            </a:r>
            <a:br>
              <a:rPr lang="en-US" sz="1200" dirty="0"/>
            </a:br>
            <a:r>
              <a:rPr lang="en-US" sz="1200" dirty="0"/>
              <a:t>Demographics</a:t>
            </a:r>
            <a:br>
              <a:rPr lang="en-US" sz="1200" dirty="0"/>
            </a:br>
            <a:r>
              <a:rPr lang="en-US" sz="1200" dirty="0"/>
              <a:t>	Gender </a:t>
            </a:r>
            <a:br>
              <a:rPr lang="en-US" sz="1200" dirty="0"/>
            </a:br>
            <a:r>
              <a:rPr lang="en-US" sz="1200" dirty="0"/>
              <a:t>	Age-related encoded variable </a:t>
            </a:r>
            <a:br>
              <a:rPr lang="en-US" sz="1200" dirty="0"/>
            </a:br>
            <a:r>
              <a:rPr lang="en-US" sz="1200" dirty="0"/>
              <a:t>Health</a:t>
            </a:r>
            <a:br>
              <a:rPr lang="en-US" sz="1200" dirty="0"/>
            </a:br>
            <a:r>
              <a:rPr lang="en-US" sz="1200" dirty="0"/>
              <a:t>	Illness </a:t>
            </a:r>
            <a:br>
              <a:rPr lang="en-US" sz="1200" dirty="0"/>
            </a:br>
            <a:r>
              <a:rPr lang="en-US" sz="1200" dirty="0"/>
              <a:t>	Health status </a:t>
            </a:r>
            <a:br>
              <a:rPr lang="en-US" sz="1200" dirty="0"/>
            </a:br>
            <a:r>
              <a:rPr lang="en-US" sz="1200" dirty="0"/>
              <a:t>	Reduced activity </a:t>
            </a:r>
            <a:br>
              <a:rPr lang="en-US" sz="1200" dirty="0"/>
            </a:br>
            <a:r>
              <a:rPr lang="en-US" sz="1200" dirty="0"/>
              <a:t>Socioeconomic / Access</a:t>
            </a:r>
            <a:br>
              <a:rPr lang="en-US" sz="1200" dirty="0"/>
            </a:br>
            <a:r>
              <a:rPr lang="en-US" sz="1200" dirty="0"/>
              <a:t>	Income </a:t>
            </a:r>
            <a:br>
              <a:rPr lang="en-US" sz="1200" dirty="0"/>
            </a:br>
            <a:r>
              <a:rPr lang="en-US" sz="1200" dirty="0"/>
              <a:t>	Private insurance </a:t>
            </a:r>
            <a:br>
              <a:rPr lang="en-US" sz="1200" dirty="0"/>
            </a:br>
            <a:r>
              <a:rPr lang="en-US" sz="1200" dirty="0"/>
              <a:t>	Free/reduced healthcare indicators </a:t>
            </a:r>
            <a:br>
              <a:rPr lang="en-US" sz="1200" dirty="0"/>
            </a:br>
            <a:r>
              <a:rPr lang="en-US" sz="1200" dirty="0"/>
              <a:t>Chronic Conditions</a:t>
            </a:r>
            <a:br>
              <a:rPr lang="en-US" sz="1200" dirty="0"/>
            </a:br>
            <a:r>
              <a:rPr lang="en-US" sz="1200" dirty="0"/>
              <a:t>	Chronic-condition indicators </a:t>
            </a:r>
            <a:br>
              <a:rPr lang="en-US" sz="1200" dirty="0"/>
            </a:br>
            <a:br>
              <a:rPr lang="en-US" sz="1200" b="0" dirty="0"/>
            </a:br>
            <a:r>
              <a:rPr lang="en-US" sz="1200" dirty="0"/>
              <a:t>Objective: Identify meaningful patterns and associations in healthcare utilization while avoiding unsupported causal conclusions.</a:t>
            </a:r>
            <a:endParaRPr lang="en-IN" sz="1200" b="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77500" lnSpcReduction="20000"/>
          </a:bodyPr>
          <a:lstStyle/>
          <a:p>
            <a:r>
              <a:rPr lang="en-US" sz="1800" b="1" dirty="0"/>
              <a:t>🏥 Healthcare Administrators</a:t>
            </a:r>
          </a:p>
          <a:p>
            <a:pPr marL="0" indent="0">
              <a:buNone/>
            </a:pPr>
            <a:r>
              <a:rPr lang="en-US" sz="1800" dirty="0"/>
              <a:t>	Analyze healthcare utilization patterns to support service planning.</a:t>
            </a:r>
          </a:p>
          <a:p>
            <a:r>
              <a:rPr lang="en-US" sz="1800" b="1" dirty="0"/>
              <a:t>👨‍⚕️ Hospitals &amp; Clinics</a:t>
            </a:r>
          </a:p>
          <a:p>
            <a:pPr marL="0" indent="0">
              <a:buNone/>
            </a:pPr>
            <a:r>
              <a:rPr lang="en-US" sz="1800" dirty="0"/>
              <a:t>	Understand patient-visit patterns and healthcare demand.</a:t>
            </a:r>
          </a:p>
          <a:p>
            <a:r>
              <a:rPr lang="en-US" sz="1800" b="1" dirty="0"/>
              <a:t>📊 Healthcare Analysts</a:t>
            </a:r>
          </a:p>
          <a:p>
            <a:pPr marL="0" indent="0">
              <a:buNone/>
            </a:pPr>
            <a:r>
              <a:rPr lang="en-US" sz="1800" dirty="0"/>
              <a:t>	Explore relationships between health, demographics and utilization.</a:t>
            </a:r>
          </a:p>
          <a:p>
            <a:r>
              <a:rPr lang="en-US" sz="1800" b="1" dirty="0"/>
              <a:t>🔬 Researchers</a:t>
            </a:r>
          </a:p>
          <a:p>
            <a:pPr marL="0" indent="0">
              <a:buNone/>
            </a:pPr>
            <a:r>
              <a:rPr lang="en-US" sz="1800" dirty="0"/>
              <a:t>	Use healthcare data to investigate population-level patterns and associations.</a:t>
            </a:r>
          </a:p>
          <a:p>
            <a:r>
              <a:rPr lang="en-US" sz="1800" b="1" dirty="0"/>
              <a:t>🏛️ Public Health Organizations</a:t>
            </a:r>
          </a:p>
          <a:p>
            <a:pPr marL="0" indent="0">
              <a:buNone/>
            </a:pPr>
            <a:r>
              <a:rPr lang="en-US" sz="1800" dirty="0"/>
              <a:t>	Use analytical insights to understand healthcare utilization across population groups.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The project converts healthcare records into interpretable analytical insights that can support data-driven understanding of healthcare utilization.</a:t>
            </a:r>
            <a:endParaRPr lang="en-US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6994" y="1432560"/>
            <a:ext cx="7721325" cy="524344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🐍 Python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Core programming language for data analysis.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🐼 Pandas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Data loading, cleaning, transformation and analysis.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🔢 NumPy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Numerical operations and data processing.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📊 Matplotlib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Data visualization and statistical charts.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🎨 Seaborn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Advanced statistical visualizations.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📐 SciPy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Statistical hypothesis testing.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📓 Google </a:t>
            </a:r>
            <a:r>
              <a:rPr lang="en-US" b="1" dirty="0" err="1">
                <a:solidFill>
                  <a:schemeClr val="tx1"/>
                </a:solidFill>
              </a:rPr>
              <a:t>Colab</a:t>
            </a:r>
            <a:r>
              <a:rPr lang="en-US" b="1" dirty="0">
                <a:solidFill>
                  <a:schemeClr val="tx1"/>
                </a:solidFill>
              </a:rPr>
              <a:t> / Jupyter Notebook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Interactive development and analysis environment.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🐙 GitHub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Project versioning, documentation and sharing.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1377458" y="6264416"/>
            <a:ext cx="6266599" cy="3369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https://github.com/Aarush-Singh01/Healthcare-Analytics-for-Doctor-Visits.git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FD6D0A-8DAA-B248-60E0-1E2CB2CAE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8" y="1395881"/>
            <a:ext cx="4437799" cy="2237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5F877E-86D0-14BC-8517-F5C9CF544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129" y="1358988"/>
            <a:ext cx="4377649" cy="23114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C09DB6-2334-4BBE-152F-1493621E5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52" y="3754047"/>
            <a:ext cx="4365610" cy="2237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B30DE6-B8BA-735D-6314-B15BC6D80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363" y="3754046"/>
            <a:ext cx="4377649" cy="223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9679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8041" y="2482522"/>
            <a:ext cx="4428419" cy="877885"/>
          </a:xfrm>
        </p:spPr>
        <p:txBody>
          <a:bodyPr>
            <a:normAutofit/>
          </a:bodyPr>
          <a:lstStyle/>
          <a:p>
            <a:r>
              <a:rPr lang="en-IN" dirty="0"/>
              <a:t>AARUSH SINGH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583</TotalTime>
  <Words>417</Words>
  <Application>Microsoft Office PowerPoint</Application>
  <PresentationFormat>Widescreen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PROBLEM  STATEMENT</vt:lpstr>
      <vt:lpstr>Project Description Healthcare Analytics for Doctor Visits is a data analytics project that examines a dataset of 5,190 observations and 13 variables related to doctor visits and individual health characteristics. What We Analyze Doctor Visits  Frequency and distribution of visits  Demographics  Gender   Age-related encoded variable  Health  Illness   Health status   Reduced activity  Socioeconomic / Access  Income   Private insurance   Free/reduced healthcare indicators  Chronic Conditions  Chronic-condition indicators   Objective: Identify meaningful patterns and associations in healthcare utilization while avoiding unsupported causal conclusions.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Aarush Singh</cp:lastModifiedBy>
  <cp:revision>76</cp:revision>
  <dcterms:created xsi:type="dcterms:W3CDTF">2021-07-11T13:13:15Z</dcterms:created>
  <dcterms:modified xsi:type="dcterms:W3CDTF">2026-09-25T07:03:13Z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